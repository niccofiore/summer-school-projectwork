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AUTOGUIDOVIE  ·  ESTENSIONE TRAVEL PLANNER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Occupazione attesa delle corse, su mappa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dato storico di conteggio passeggeri a una previsione visiva: quanto sarà pieno il bus, tratta per tratta, nel giorno scelto dal viaggiatore.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343400"/>
            <a:ext cx="310896" cy="31089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4343400"/>
            <a:ext cx="310896" cy="310896"/>
          </a:xfrm>
          <a:prstGeom prst="ellipse">
            <a:avLst/>
          </a:prstGeom>
          <a:solidFill>
            <a:srgbClr val="F2A413"/>
          </a:solidFill>
          <a:ln/>
        </p:spPr>
      </p:sp>
      <p:sp>
        <p:nvSpPr>
          <p:cNvPr id="7" name="Shape 5"/>
          <p:cNvSpPr/>
          <p:nvPr/>
        </p:nvSpPr>
        <p:spPr>
          <a:xfrm>
            <a:off x="1545336" y="4343400"/>
            <a:ext cx="310896" cy="310896"/>
          </a:xfrm>
          <a:prstGeom prst="ellipse">
            <a:avLst/>
          </a:prstGeom>
          <a:solidFill>
            <a:srgbClr val="D63A2F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4370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→ rosso  ·  riempimento atteso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linee · Provincia di Pavia (Area Pavese)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760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preview · mockup dimostrativo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visione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0B6B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 visibile l'affluenza prima di salire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760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viaggiatore sceglie origine e destinazione nel Travel Planner e apre una soluzione. Invece di un semplice orario, vede la corsa su una mappa reale: ogni tratta fra due fermate è colorata in base al riempimento atteso, nel giorno scelto.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Riduce l'incertezza di chi viaggia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Distribuisce la domanda sulle corse meno cariche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Copre le 18 linee dell'Area Pavese, non un singolo caso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0" y="1554480"/>
            <a:ext cx="4480560" cy="4114800"/>
          </a:xfrm>
          <a:prstGeom prst="roundRect">
            <a:avLst>
              <a:gd name="adj" fmla="val 2667"/>
            </a:avLst>
          </a:prstGeom>
          <a:solidFill>
            <a:srgbClr val="F6F9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Vigevano → Gambolò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06640" y="2350008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E6ECF3"/>
          </a:solidFill>
          <a:ln/>
        </p:spPr>
      </p:sp>
      <p:sp>
        <p:nvSpPr>
          <p:cNvPr id="10" name="Shape 8"/>
          <p:cNvSpPr/>
          <p:nvPr/>
        </p:nvSpPr>
        <p:spPr>
          <a:xfrm>
            <a:off x="7406640" y="2350008"/>
            <a:ext cx="1179576" cy="310896"/>
          </a:xfrm>
          <a:prstGeom prst="roundRect">
            <a:avLst>
              <a:gd name="adj" fmla="val 23529"/>
            </a:avLst>
          </a:prstGeom>
          <a:solidFill>
            <a:srgbClr val="2E9E5B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0664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Garlasco → Gropello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3493008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E6ECF3"/>
          </a:solidFill>
          <a:ln/>
        </p:spPr>
      </p:sp>
      <p:sp>
        <p:nvSpPr>
          <p:cNvPr id="14" name="Shape 12"/>
          <p:cNvSpPr/>
          <p:nvPr/>
        </p:nvSpPr>
        <p:spPr>
          <a:xfrm>
            <a:off x="7406640" y="3493008"/>
            <a:ext cx="2162556" cy="310896"/>
          </a:xfrm>
          <a:prstGeom prst="roundRect">
            <a:avLst>
              <a:gd name="adj" fmla="val 23529"/>
            </a:avLst>
          </a:prstGeom>
          <a:solidFill>
            <a:srgbClr val="F2A413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3474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Carbonara → Pavia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06640" y="4636008"/>
            <a:ext cx="3931920" cy="310896"/>
          </a:xfrm>
          <a:prstGeom prst="roundRect">
            <a:avLst>
              <a:gd name="adj" fmla="val 23529"/>
            </a:avLst>
          </a:prstGeom>
          <a:solidFill>
            <a:srgbClr val="E6ECF3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0" y="4636008"/>
            <a:ext cx="3460090" cy="310896"/>
          </a:xfrm>
          <a:prstGeom prst="roundRect">
            <a:avLst>
              <a:gd name="adj" fmla="val 23529"/>
            </a:avLst>
          </a:prstGeom>
          <a:solidFill>
            <a:srgbClr val="D63A2F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4617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06640" y="5257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riempimento sui segmenti di una corsa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dati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alimenta la previsione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084832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16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Conteggio passeggeri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~2,1 milioni di rilevazioni di pax a bordo sulle 18 linee — il cuore del modello.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700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Corse esercite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direzione e mezzo assegnato a ciascuna corsa.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401568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2841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Anagrafica bus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 a sedere e capienza totale da libretto del veicolo.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4059936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8678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di servizio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periodicità del giorno: feriale / sabato / festivo per stagione.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4718304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645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Fermate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reali e nomi ufficiali (OpenStreetMap · GTFS stops).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5376672"/>
            <a:ext cx="146304" cy="146304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3035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  —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Open-Meteo: storico per la calibrazione, previsto per l'uso reale.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66760" y="205740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0E2A47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468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 M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366760" y="3383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rilevazioni · 18 linee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2025 – lug 2026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457200" cy="457200"/>
          </a:xfrm>
          <a:prstGeom prst="ellipse">
            <a:avLst/>
          </a:prstGeom>
          <a:solidFill>
            <a:srgbClr val="0B6BC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metodo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modello spiegabile, non una scatola nera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L'occupazione attesa di ogni segmento è la media storica dei passeggeri a bordo, condizionata a ciò che conta davvero: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845820" cy="384048"/>
          </a:xfrm>
          <a:prstGeom prst="roundRect">
            <a:avLst>
              <a:gd name="adj" fmla="val 47619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741932" y="3063240"/>
            <a:ext cx="1266444" cy="384048"/>
          </a:xfrm>
          <a:prstGeom prst="roundRect">
            <a:avLst>
              <a:gd name="adj" fmla="val 47619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41932" y="3063240"/>
            <a:ext cx="126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72968" y="3063240"/>
            <a:ext cx="1476756" cy="384048"/>
          </a:xfrm>
          <a:prstGeom prst="roundRect">
            <a:avLst>
              <a:gd name="adj" fmla="val 47619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3063240"/>
            <a:ext cx="1476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14316" y="3063240"/>
            <a:ext cx="1687068" cy="384048"/>
          </a:xfrm>
          <a:prstGeom prst="roundRect">
            <a:avLst>
              <a:gd name="adj" fmla="val 47619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4316" y="306324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oraria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1056132" cy="384048"/>
          </a:xfrm>
          <a:prstGeom prst="roundRect">
            <a:avLst>
              <a:gd name="adj" fmla="val 47619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11880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Robusto, verificabile e presentabile a chiunque — senza effetti da modello opaco.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965960"/>
            <a:ext cx="4663440" cy="3566160"/>
          </a:xfrm>
          <a:prstGeom prst="roundRect">
            <a:avLst>
              <a:gd name="adj" fmla="val 3077"/>
            </a:avLst>
          </a:prstGeom>
          <a:solidFill>
            <a:srgbClr val="F6F9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Meteo: calibrato, non ipotizzato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26974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Abbiamo unito lo storico meteo alle rilevazioni e misurato l'effetto reale. Le stime per singola linea erano rumore, quindi usiamo un unico coefficiente globale, applicato all'ora della corsa.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Effetto misurato quasi nullo: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84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pioggia ≈ −1%   ·   freddo ≈ −3%   ·   caldo ≈ −1%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pendolare è “captive”: il meteo non la sposta. Coefficiente trasparente, volutamente piccolo perché tale è nella realtà.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Consegna: pagina web autonoma con mappa Leaflet e tile OpenStreetMap — previsione precalcolata dai dati, meteo orario richiesto in tempo reale dal browser.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risultato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mockup funzionante, sulle linee dell'Area Pavese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sceglie linea → direzione → tratta → giorno: la mappa mostra i segmenti colorati per riempimento, con dettaglio per tratto, orari reali di salita e discesa, corse alternative e meteo all'ora. Leggibile su posti a sedere o capienza totale.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B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 · Area Pavese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35204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B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 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rilevazioni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5204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B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fermate servite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61120" y="352044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B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mesi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61120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storico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237744" cy="23774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" y="5440680"/>
            <a:ext cx="237744" cy="237744"/>
          </a:xfrm>
          <a:prstGeom prst="ellipse">
            <a:avLst/>
          </a:prstGeom>
          <a:solidFill>
            <a:srgbClr val="F2A413"/>
          </a:solidFill>
          <a:ln/>
        </p:spPr>
      </p:sp>
      <p:sp>
        <p:nvSpPr>
          <p:cNvPr id="21" name="Shape 19"/>
          <p:cNvSpPr/>
          <p:nvPr/>
        </p:nvSpPr>
        <p:spPr>
          <a:xfrm>
            <a:off x="1353312" y="5440680"/>
            <a:ext cx="237744" cy="237744"/>
          </a:xfrm>
          <a:prstGeom prst="ellipse">
            <a:avLst/>
          </a:prstGeom>
          <a:solidFill>
            <a:srgbClr val="D63A2F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53949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Reali: fermate, orari, capienze.   Stimata: l'occupazione (media storica).   Meteo previsto: Open-Meteo.   Mockup dimostrativo — i valori non sono garanzia di servizio.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2026-07-17T14:07:56Z</dcterms:created>
  <dcterms:modified xsi:type="dcterms:W3CDTF">2026-07-17T14:07:56Z</dcterms:modified>
</cp:coreProperties>
</file>